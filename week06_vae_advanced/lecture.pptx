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5주차의 손실과 재매개화 코드를 독립적으로 다시 포함한다. 실습은 β 비교와 작은 CVAE 학습을 수행한다. GPU가 없으면 각 학습 epoch와 TRAIN_N을 줄이고 기본 분석을 우선한다.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β가 다른 모델의 total loss 숫자를 그대로 비교하면 목적함수 자체가 달라 공정하지 않다. 공통 β=1 평가와 recon, KL을 따로 보고한다.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β가 크면 반드시 disentanglement가 생긴다는 주장은 하지 않는다. 데이터, 아키텍처, 최적화 등 여러 조건에 의존한다.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강한 decoder나 학습 역학 등이 관련될 수 있다. 간단한 MLP MNIST에서 항상 collapse가 나타나는 것은 아니다. 나타나지 않아도 실험이 실패한 것이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warm-up이 모든 collapse를 해결하지는 않는다. total loss 곡선은 β가 변하므로 단순히 숫자가 증가했다고 악화로 판단하지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기본 CVAE prior는 y와 무관한 N(0,I)로 둔다. 조건부 prior를 따로 학습하는 설계도 있지만 핵심 범위 밖이다. 라벨은 분류 target이 아닌 조건 입력이다.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CVAE 구조만으로 인과적 disentanglement가 증명되지 않는다. 숫자가 바뀌지 않거나 흐려지면 학습 예산과 조건 사용 여부를 점검한다.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단순한 격자 관찰은 정량 평가를 대체하지 않는다. 이 수업에서는 계산 예산과 데이터 규모에 맞는 기본 진단에 집중한다.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공통 β=1 지표는 MC negative ELBO estimate라고 명시한다. 모델별 beta objective는 서로 다른 최적화 대상이며 작은 값 순으로 순위를 매기지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latent_dim=8에서 어떤 차원들이 쓰이는지 비교한다. 임의 threshold의 active units는 진단용이며 절대적인 품질 기준이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label one-hot을 입력에 concat해 구현한다. label을 손실 target으로 넣는 cross entropy를 추가하지 않아도 조건부 VAE를 학습할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one_hot의 dtype을 이미지 dtype과 맞춘다. 라벨은 0~9의 long tensor로 유지하고 내부에서 float one-hot으로 바꾼다. batch 크기도 일치해야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두 점 사이 선분이 항상 높은 prior 밀도 영역을 지나거나 의미적으로 선형이라는 보장은 없다. 고차원 정규분포에서 원점과 typical set의 차이는 심화 토론 주제다.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수업 기본 실행은 시간이 제한돼 seed 하나다. 이를 통계적 우월성 증거로 과장하지 않는다. 자율 과제에서 seed 반복을 확장한다.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3개 모델은 처음부터 새로 학습한다. β를 바꾸면서 이전 가중치를 이어 학습하면 독립된 β 효과 비교가 아니다. optimizer도 새로 만든다.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같은 z의 의미가 서로 다른 모델에서 정확히 대응하는 것은 아니다. 난수 차이를 줄이는 시각화이지 스타일 정렬 보장은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encoder에만 라벨을 넣고 decoder에 주지 않으면 생성 시 라벨 제어 경로가 없다. 양쪽 경로의 입력 차원을 각각 검증한다.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label grid는 y.repeat_interleave(n_cols), z는 같은 표본을 라벨 수만큼 반복하면 된다. 텐서 배치 순서와 그림 순서가 일치하는지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학기 마지막 발표에서는 세 모델 계열의 데이터, 출력, loss, 생성 경로를 연결해 설명하도록 한다. 파일 저장 경로를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느린 CPU에서는 epoch와 표본 수를 줄인다. 이 경우 품질 비교는 예비 관찰로 적는다. 각 조건의 train total 크기를 단순 순위로 읽지 않도록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어떤 좌표는 변화가 작을 수 있다. 그 하나만으로 모델 전체가 붕괴했다고 하지 않는다. KL과 재구성, 여러 z 반응을 함께 본다.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짧은 학습에서 숫자 라벨을 충분히 따르지 못할 수 있다. 결과를 삭제하지 말고 학습이 진행되며 개선되는지 추가 예산 실험으로 연결한다.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예상 경향과 다르면 측정과 초기화, reduction부터 점검한다. 그 뒤 짧은 최적화 예산이나 모델 용량을 원인 후보로 논의한다.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logits가 달라진다고 정확한 숫자가 생성된다는 보장은 없다. 조건 사용의 최소 검사와 의미적 정확도 평가를 분리한다.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CNN도 확률 출력으로 해석할 수 있지만 학습 대상이 생성 분포와 다르다. 학기 전체를 모델 이름보다 목적함수와 데이터 흐름으로 기억하게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그대로 비교하지 않음, 필요 없음, 확정하지 않음. prior z와 원하는 label로 생성한다. 모델이 실제 z를 사용하는지 추가로 검사한다.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과제는 선택이다. CNN, LM, VAE 중 관심 주제 하나를 선택해 확장할 수 있다. 결과가 좋지 않아도 실험 설계와 근거가 명확하면 충분한 학습 성과다.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차원별 KL과 active units는 같은 지표가 아니다. 표본 수와 scale에 영향을 받으므로 절대 기준으로 평가하지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clamp를 어디에 적용하는지에 따라 gradient가 달라진다. 핵심 실습은 β와 warm-up만 다루고 free bits는 추가 읽기로 연결한다.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한 좌표가 굵기를 바꾸는 것처럼 보여도 다른 의미 요인도 함께 바뀔 수 있다. 여러 입력과 정량 평가가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1주차의 합성곱 shape 계산과 연결한다. ConvTranspose2d의 출력 크기는 일반 Conv와 다르므로 공식 확인이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이 수업에서는 FID를 구현하지 않는다. 부정확한 소규모 수치보다 재구성, prior 샘플, 조건 일치, 다양성의 한계를 투명하게 보고한다.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실행하지 않은 정확도나 ELBO 값을 예시 결과처럼 쓰지 않는다. 재실행 불가능한 스크린샷만 제출하기보다 notebook과 설정을 함께 보관한다.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각 팀은 가설, 통제 변수, 실행 예산, 평가 기준을 먼저 적는다. 결과를 보고 가설을 바꿨다면 탐색과 검증을 구분해 서술하도록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재구성과 prior 샘플을 같은 용어로 부르지 않는다. CVAE라면 두 경로의 encoder/decoder에 라벨 y가 추가된다. μ 재구성은 확률 평균 그림이며 MC 평가와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샘플링 잡음 ε를 외부에서 뽑되 μ와 표준편차로 변환하는 과정은 미분 가능하다. logvar를 exp한 값은 분산이므로 표준편차에는 0.5가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28×28 grayscale의 픽셀 수는 784다. recon만 평균으로 줄이고 KL을 그대로 두면 KL이 상대적으로 784배 강해진다. 배치 복제에 대한 loss 불변량을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행 라벨을 0~9까지 확장하면 실습의 10×8 격자가 된다. 같은 z의 스타일이 모든 라벨에서 같다는 보장은 없다. 실제 조건 충실도는 생성 이미지를 확인해야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Auto-Encoding Variational Bayes · Kingma &amp; Welling</a:t>
            </a:r>
          </a:p>
          <a:p>
            <a:r>
              <a:t>https://arxiv.org/abs/1312.6114</a:t>
            </a:r>
          </a:p>
          <a:p>
            <a:r>
              <a:t>β-VAE · Higgins et al.</a:t>
            </a:r>
          </a:p>
          <a:p>
            <a:r>
              <a:t>https://openreview.net/forum?id=Sy2fzU9gl</a:t>
            </a:r>
          </a:p>
          <a:p>
            <a:r>
              <a:t>BCE with logits · 공식 API</a:t>
            </a:r>
          </a:p>
          <a:p>
            <a:r>
              <a:t>https://docs.pytorch.org/docs/stable/generated/torch.nn.functional.binary_cross_entropy_with_logits.html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VAE ② 생성 제어와 잠재 공간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β-VAE 실험을 같은 손실 척도로 비교한다.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posterior collapse의 징후와 한계를 설명한다.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조건부 VAE로 숫자 라벨을 제어하며 생성한다.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LATENT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→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β가 바꾸는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reconstruction과 KL의 상대 중요도를 조절한다.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β=1은 표준 VAE의 negative ELBO다.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β≠1 목적값을 표준 ELBO와 동일시하지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L_β = reconstruction + β × KL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압축과 복원의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KL을 강하게 제한하면 z가 담는 정보가 줄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재구성 품질이 떨어질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잠재 공간 구조가 나아지는지는 관찰과 평가가 필요하다.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작은 β / 큰 β / 실제 관측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posterior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q(z∣x)가 prior에 가까워지고 decoder가 z를 덜 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전체 KL뿐 아니라 차원별 KL과 z 변화 효과를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KL이 작다는 사실 하나로 collapse를 확정하지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KL↓ + latent 반응↓ + reconstruction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KL warm-up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초기에 KL 가중치를 작게 두고 점차 올린다.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먼저 재구성 경로가 학습되도록 유도할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최종 목적과 스케줄을 모두 기록한다.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β(step) = β_target × min(1, step / warmup_steps)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조건부 생성의 아이디어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 + 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q(z∣x,y)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z + 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p(x∣z,y)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숫자 라벨 y를 encoder와 decoder에 함께 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latent는 라벨 외의 세부 변동을 표현할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생성 때 원하는 y와 prior z를 조합한다.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라벨과 스타일 분리의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z에서 y만 바꾸어 생성 결과를 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같은 y에서 z를 바꾸어 다양성을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z가 순수한 스타일만 담는다는 보장은 없다.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행: y 고정 / 열: z 고정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생성 모델 평가의 여러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reconstruction은 입력 보존을 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prior 샘플은 생성 분포를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다양성·조건 일치·반복·실패 사례를 함께 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한 장의 좋은 샘플보다 체계적인 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β 비교의 공통 척도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훈련은 β별 목적함수를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평가 표에는 recon, KL, recon+KL을 모두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표본과 같은 평가 난수를 사용한다.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training: R+βK / common evaluation: R+K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차원별 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latent 축 j마다 KL_j를 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배치 평균 후 막대그래프로 시각화한다.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합하면 평균 전체 KL과 일치해야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KL_j = ½ E_x[μ_j² + exp(logvar_j) − 1 − logvar_j]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조건부 ELBO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qφ(z∣x,y)에서 z를 뽑는다.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decoder likelihood는 pθ(x∣z,y)다.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단순한 경우 prior는 여전히 p(z)=N(0,I)다.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ELBO(x,y)=E_q[log pθ(x∣z,y)]−KL(qφ(z∣x,y)∥p(z))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CVAE shape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x를 펼치면 784차원이다.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10종 라벨의 one-hot을 붙이면 794차원이다.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decoder 입력은 latent_dim+10차원이다.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encoder input: [B,794] / decoder input: [B,Z+10]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보간과 traversal은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보간은 두 z 사이의 경로를 따른다.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traversal은 한 z의 특정 좌표만 변화시킨다.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둘 다 prior sampling과 다른 탐색 절차다.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interpolate: (1−α)z_a+αz_b / traverse: z_j←v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통계적 비교의 최소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train/val 분할과 학습 예산을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가능하면 여러 seed로 학습을 반복한다.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지표의 평균과 분산, 실패 예시를 보고한다.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평균 ± 표준편차 + 반복 횟수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β 실험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latent_dim=8의 동일한 VAE를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β=0.25, 1, 4로 각각 학습한다.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seed 초기화와 고정 평가 표본을 사용한다.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조건 3개 × 동일 epoch × 동일 분할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공통 z를 재사용하기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모든 β 모델에 같은 prior z를 넣는다.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같은 validation 이미지의 μ 재구성을 나란히 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훈련 목표와 공통 평가 척도를 구분해 저장한다.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비교 격자: 행=조건 / 열=같은 입력 또는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CVAE 구현의 변경점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encoder 입력에 one-hot label을 concat한다.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decoder 입력에도 같은 label을 concat한다.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학습·평가·생성에서 label 전달을 빠뜨리지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y1 = F.one_hot(y,10).float()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h = encoder(torch.cat([x_flat,y1],1))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logits = decoder(torch.cat([z,y1],1))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생성 격자의 축 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행마다 원하는 숫자 라벨을 고정한다.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열마다 동일 z를 공유한다.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추가 격자에서는 라벨 하나에 여러 z를 샘플링한다.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10개 라벨 × 8개 latent 샘플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해석 가능한 기록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config, seed, β, latent_dim을 결과 표에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재구성·샘플·차원별 KL 그림을 보관한다.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정량 결론과 시각적 관찰을 구분해 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결과물 = 표 + 그림 + 5문장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β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§1–4: β=0.25,1,4 모델을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공통 β=1 평가로 recon·KL·NLL bound를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입력과 prior z로 격자를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50–63분 / 산출물: β 비교 표 + 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latent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§5: 차원별 KL과 traversal을 그린다.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z 변경이 생성 이미지에 영향을 주는지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collapse라는 결론에 필요한 추가 증거를 적는다.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63–68분 / 산출물: KL 막대 + traversal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조건부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§6–7: 작은 CVAE를 학습한다.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행=라벨, 열=같은 z의 생성 격자를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조건 일치와 다양성의 실패 예시를 고른다.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68–75분 / 산출물: 10×8 조건부 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β 실험의 결론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β 증가에 따라 recon과 KL이 어떻게 변했는지 적는다.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샘플 격자에서 관찰한 변화를 구체화한다.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한 seed·작은 데이터라는 한계를 적는다.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현상 → 가능한 설명 → 후속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CVAE 조건이 먹히지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decoder에 라벨이 실제로 전달되는지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라벨 순서와 그림 격자 순서가 맞는지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z에서 y를 바꿨을 때 logits가 달라지는지 검사한다.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shape 검사 + 입력 변화 검사 + 실제 샘플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세 모델 계열을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CNN은 이미지에서 클래스 점수를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LM은 문맥에서 다음 토큰 분포를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VAE는 latent에서 이미지 조건부 분포를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입력 / 출력 / loss / sampling을 한 표로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최종 출구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β가 다른 total loss를 바로 비교해도 될까?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CVAE 생성에 실제 입력 이미지가 필요할까?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KL≈0 하나로 collapse를 확정할까?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공통 척도 / prior+label / 여러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학기 마무리 · 3분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해결하려는 문제와 모델 선택을 설명한다.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한 가지 통제 실험과 실제 결과를 보여 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실패 사례와 다음 실험을 제안한다.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최종 과제: 재현 가능한 작은 연구 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active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데이터에 따른 μ_j의 분산을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일정 임계값 이상인 차원을 세는 진단이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임계값에 따라 수치가 달라짐을 보고한다.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AU_j = Var_x[μ_j(x)] &gt;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free bits의 직관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KL의 작은 값 구간에 완충 구간을 둘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너무 이른 정보 압축을 줄이려는 방법이다.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차원별·그룹별 정의에 따라 구현이 달라진다.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 조절법은 목적함수를 바꾼다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disentanglement의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독립된 의미 요인을 좌표별로 분리하고 싶다.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관찰 데이터만으로 식별이 어려운 경우가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구조·감독·가정과 평가 기준을 명시해야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시각적으로 예쁜 traversal ≠ 증명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convolutional 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encoder에 CNN을 사용해 공간 구조를 활용한다.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decoder에는 upsampling과 convolution 등을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출력 해상도와 logits shape를 끝까지 추적한다.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CNN encoder → μ,logvar → image decoder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생성 평가와 FID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특징 분포를 비교하는 지표가 쓰이기도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특징 추출기·표본 수·전처리에 민감하다.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소수 MNIST 샘플의 FID를 만능 기준으로 쓰지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평가 지표는 데이터와 목적에 맞춰 선택한다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실험 재현 체크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코드·환경·분할·seed·config를 남긴다.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모델 선택에 사용한 지표를 명시한다.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실행한 결과와 예상 결과를 구분한다.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관측값에만 숫자 붙이기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최종 프로젝트 선택지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CNN: 증강 한 종류를 통제 실험한다.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LM: 문맥 길이와 생성 반복을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VAE: β·latent 크기·조건부 생성 중 하나를 확장한다.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질문 1개 / 비교 2~3개 / 근거 있는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학습과 생성의 두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0128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29584" y="2103120"/>
            <a:ext cx="2560320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encoder q(z∣x)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8192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27648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z 샘플 또는 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06256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25712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decoder → 재구성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이미지 없음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9584" y="4206240"/>
            <a:ext cx="2560320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prior N(0,I)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08192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27648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z 샘플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06256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25712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decoder → 새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627632"/>
            <a:ext cx="45720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재구성 경로: 입력 정보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3"/>
            <a:ext cx="45720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prior 생성 경로: 특정 입력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재매개화의 gradient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468880" cy="100584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FFFFFF"/>
                </a:solidFill>
                <a:latin typeface="맑은 고딕"/>
              </a:defRPr>
            </a:pPr>
            <a:r>
              <a:t>encoder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74519"/>
            <a:ext cx="2468880" cy="8229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13243A"/>
                </a:solidFill>
                <a:latin typeface="맑은 고딕"/>
              </a:defRPr>
            </a:pPr>
            <a:r>
              <a:t>μ(x)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291840"/>
            <a:ext cx="2468880" cy="8229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13243A"/>
                </a:solidFill>
                <a:latin typeface="맑은 고딕"/>
              </a:defRPr>
            </a:pPr>
            <a:r>
              <a:t>log σ²(x)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2560320"/>
            <a:ext cx="4297680" cy="114300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100" b="0">
                <a:solidFill>
                  <a:srgbClr val="FFFFFF"/>
                </a:solidFill>
                <a:latin typeface="맑은 고딕"/>
              </a:defRPr>
            </a:pPr>
            <a:r>
              <a:t>z = μ + exp(½logvar) ⊙ ε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200400" y="2286000"/>
            <a:ext cx="530352" cy="77724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3063240"/>
            <a:ext cx="530352" cy="64008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63640" y="2286000"/>
            <a:ext cx="502920" cy="64008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63640" y="3383280"/>
            <a:ext cx="502920" cy="32004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4251960"/>
            <a:ext cx="4206240" cy="6858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ε ~ N(0,I)  ·  외부 잡음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961120" y="3749039"/>
            <a:ext cx="0" cy="457201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257800"/>
            <a:ext cx="5852160" cy="5943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gradient는 μ·logvar 경로를 따라 encoder로 흐른다.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reduction의 단위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11430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reconstruction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[B,1,28,28] → 픽셀 합 → [B]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920240"/>
            <a:ext cx="5029200" cy="11430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KL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[B,Z] → latent 합 → [B]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3108960"/>
            <a:ext cx="2880360" cy="68580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080760" y="3108960"/>
            <a:ext cx="2834640" cy="68580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08960" y="3840480"/>
            <a:ext cx="5989320" cy="100584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FFFFFF"/>
                </a:solidFill>
                <a:latin typeface="맑은 고딕"/>
              </a:defRPr>
            </a:pPr>
            <a:r>
              <a:t>mean_B(recon + β × KL)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recon을 픽셀 평균으로 바꾸면 상대 가중치가 784배 달라진다.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조건부 생성 격자의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개념도 · 실제 생성 이미지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560320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72968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85615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3785615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98264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398264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z0 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z1 고정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z2 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z3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z4 고정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0"/>
            <a:ext cx="10515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아래로: 같은 z, 다른 y  /  옆으로: 같은 y, 다른 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06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Auto-Encoding Variational Bayes · Kingma &amp; Welling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β-VAE · Higgins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BCE with logits · 공식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② 생성 제어와 잠재 공간 실험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