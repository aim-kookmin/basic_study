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로그, 평균과 분산, 정규분포를 짧게 복습한다. MNIST 픽셀은 0~1 범위로 유지한다. 이미지 분류에서 사용한 [-1,1] Normalize를 그대로 적용하지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생성 이미지에서 픽셀 평균을 그리는 것과 likelihood에서 실제 픽셀을 샘플링하는 것을 구분한다. 실습 그림은 보통 sigmoid 확률을 표시한다.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잠재 공간에 학습 입력이 없는 빈 영역이 생길 수 있다. AE의 임의 Gaussian 샘플이 자연스럽지 않을 수 있다는 동기를 제시하되 모든 AE가 생성 불가능하다고 단정하지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encoder가 실제 posterior를 정확히 계산하는 것은 아니다. 복잡한 p(z∣x)를 근사하기 위해 학습하는 분포다. 대각 공분산은 표현상의 가정이다.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생성 시에는 입력 이미지가 없으므로 prior에서 z를 뽑는다. reconstruction은 q에서 얻은 z 또는 μ를 사용한다. 두 경로를 구분하는 것이 오늘 핵심이다.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MNIST 회색조를 [0,1] target으로 BCE에 넣는 실용적 관례를 사용한다. 엄밀한 Bernoulli 관측은 이진값이며 필요하면 binarization을 사용할 수 있음을 밝힌다.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KL이 모든 입력의 μ를 정확히 0으로 만들도록 목표한다고만 설명하지 않는다. 분포 전체와 정보량에 대한 제약이며 재구성 항과 함께 최적화한다.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이 재매개화가 연속 Gaussian 잠재변수에서 쓰이는 pathwise gradient 방식이다. 모든 종류의 이산 샘플링에 같은 식을 적용할 수는 없다.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적분을 latent 차원 전체의 합산으로 직관화한다. likelihood와 posterior를 서로 바꾸어 쓰지 않도록 기호를 정리한다.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ELBO와 log likelihood가 같아지는 것은 q가 실제 posterior와 같을 때다. negative ELBO를 loss로 최소화하므로 KL 앞 부호는 플러스가 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이 식 오른쪽의 KL은 실제 posterior에 대한 KL이다. 학습 loss의 closed form KL은 prior N(0,I)에 대한 것으로 서로 대상이 다르다.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μ=0, logvar=0이면 0이다. μ=[1,0], logvar=[0,0]이면 0.5다. 부호 오류를 이 작은 사례로 검증한다.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exp(logvar)를 바로 std로 쓰면 분산이 잘못된다. 노트북에서 큰 표본으로 평균과 분산을 경험적으로 검사한다. logvar를 출력하는 이유는 분산 양수 조건을 편하게 처리하기 위해서다.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28×28이면 픽셀이 784개다. recon을 평균하고 KL을 합한 뒤 β를 그대로 두면 기존과 다른 목적함수 비율이 된다. 구현에서 reduction을 명시한다.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latent_dim=2를 기본으로 하여 시각화가 쉽다. 고품질 생성에는 제한적인 설정이다. 마지막 decoder에 sigmoid를 넣지 않고 BCEWithLogits와 조합한다.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sigmoid 후 BCE를 직접 조합하는 것보다 안정적인 구현이다. -1~1 normalized 이미지 target을 넣으면 관측 모델과 입력 범위가 맞지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실습은 VAE에 집중하고 AE는 자율 확장한다. 샘플과 재구성 경로를 그림으로 나란히 비교한다. 모델 파라미터 수가 완전히 같지 않은 점을 보고한다.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μ reconstruction BCE에 KL을 더한 값은 일반적으로 정확한 MC ELBO estimator가 아니다. 노트북은 평가 지표에 z 샘플을 쓰고 시각화에 μ를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부동소수점 오차로 매우 작은 음수가 나올 가능성을 허용 오차와 함께 생각한다. 빈 배치나 과도한 exp overflow도 진단 대상으로 본다.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표본 평균은 정확히 0이 아니며 표본 수에 따라 근사한다. 경험적 분산 테스트는 충분한 표본과 여유 있는 tolerance를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KL이 낮아지는 것만으로 좋아졌다고 말하지 않는다. recon 변화와 함께 읽는다. 최소 실행에서는 blurry한 결과가 정상일 수 있으며 성능을 보장하지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reconstruction에 학습 입력 정보가 들어간다는 점을 재확인한다. prior 샘플에는 특정 입력이 없다. 보간이 부드럽다고 disentanglement가 증명되는 것은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VAE는 무조건 흐리다는 식의 과도한 일반화는 피한다. 지금은 작은 MLP와 2차원 latent라는 제약이 크다. decoder 확률을 그렸다는 점도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학습 데이터 주변만 잘 복원하는 모델과 prior 전반에서 잘 생성하는 모델을 구분한다. 샘플 격자는 seed를 고정해 조건 사이 비교가 쉽도록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μ만 그리면 각 입력 분포의 σ가 보이지 않는다. 필요하면 일부 점에 분산 타원을 추가한다. 숫자 클래스가 완전히 분리되지 않아도 VAE 학습 실패로 단정하지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1, 입력 없는 생성은 prior, 플러스. reconstruction 시에는 encoder의 q 또는 μ를 사용할 수 있다. 경로에 따라 용어를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다음 주에는 β가 커졌을 때의 현상을 직접 관찰한다. 더 큰 β가 언제나 더 좋은 생성이나 disentanglement를 만든다는 보장은 없다.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q의 support 등 수식이 성립하기 위한 조건을 전제한다. 이 기대값을 likelihood 항과 prior KL로 정리하면 핵심 ELBO 식이 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수업에서는 분포 차이를 측정하는 방향성 있는 양이라고 소개한다. 학습 목적에서 어느 방향을 쓰는지 반드시 기호를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BCE와 MSE의 숫자 크기를 직접 비교해 어느 모델이 좋다고 결론내리지 않는다. 데이터 범위와 확률 가정을 함께 바꿔야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dimension을 키우면 파라미터와 KL 합의 규모도 바뀐다. 공정한 비교에서는 동일 loss reduction과 학습 예산을 유지한다.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decoder가 비선형이므로 평균을 통과시킬 수 없다. 여러 샘플 평균을 구해 차이를 관찰하는 추가 실험을 제안한다.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격자 탐색과 prior random sample은 샘플링 분포가 다르다. 그림이 다양해 보인다고 실제 prior에서 그 이미지들이 자주 나오는 것은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리더 해설은 손실 reduction을 명시한다. 학생에게 단지 격자를 제출하게 하지 말고 각 그림이 어떤 z 경로에서 나왔는지 적게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재구성과 prior 샘플을 같은 용어로 부르지 않는다. CVAE라면 두 경로의 encoder/decoder에 라벨 y가 추가된다. μ 재구성은 확률 평균 그림이며 MC 평가와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샘플링 잡음 ε를 외부에서 뽑되 μ와 표준편차로 변환하는 과정은 미분 가능하다. logvar를 exp한 값은 분산이므로 표준편차에는 0.5가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28×28 grayscale의 픽셀 수는 784다. recon만 평균으로 줄이고 KL을 그대로 두면 KL이 상대적으로 784배 강해진다. 배치 복제에 대한 loss 불변량을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행 라벨을 0~9까지 확장하면 실습의 10×8 격자가 된다. 같은 z의 스타일이 모든 라벨에서 같다는 보장은 없다. 실제 조건 충실도는 생성 이미지를 확인해야 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Auto-Encoding Variational Bayes · Kingma &amp; Welling</a:t>
            </a:r>
          </a:p>
          <a:p>
            <a:r>
              <a:t>https://arxiv.org/abs/1312.6114</a:t>
            </a:r>
          </a:p>
          <a:p>
            <a:r>
              <a:t>β-VAE · Higgins et al.</a:t>
            </a:r>
          </a:p>
          <a:p>
            <a:r>
              <a:t>https://openreview.net/forum?id=Sy2fzU9gl</a:t>
            </a:r>
          </a:p>
          <a:p>
            <a:r>
              <a:t>BCE with logits · 공식 API</a:t>
            </a:r>
          </a:p>
          <a:p>
            <a:r>
              <a:t>https://docs.pytorch.org/docs/stable/generated/torch.nn.functional.binary_cross_entropy_with_logits.html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VAE ① 잠재변수로 이미지 생성하기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AE와 VAE의 차이를 확률 분포 관점에서 설명한다.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재매개화와 ELBO 손실을 올바르게 구현한다.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MNIST 재구성·prior 샘플·잠재 보간을 구분한다.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IMAGE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↔ LATENT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분류에서 생성으로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z ~ prior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decoder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이미지 분포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샘플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분류기는 이미지가 어떤 클래스인지 예측한다.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생성 모델은 데이터의 분포를 학습하려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VAE는 관측 x와 숨은 변수 z의 관계를 모델링한다.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Autoencoder 복습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decoder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encoder가 입력을 작은 벡터로 압축한다.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decoder가 그 벡터에서 입력을 복원한다.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재구성만 잘해도 임의 z가 좋은 이미지를 만든다는 보장은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VAE의 encoder는 분포를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입력마다 μ와 log σ²를 출력한다.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qφ(z∣x)를 diagonal Gaussian으로 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z 한 점 대신 가능한 잠재 표현의 분포를 학습한다.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qφ(z∣x) = N(μ(x), diag(σ²(x)))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prior와 posterior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prior p(z)는 입력을 보기 전의 가정이다.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posterior p(z∣x)는 관측 후의 분포다.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qφ(z∣x)는 posterior를 대신하는 근사 분포다.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p(z)=N(0,I), qφ(z∣x)≈pθ(z∣x)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decoder도 확률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decoder는 pθ(x∣z)의 파라미터를 출력한다.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Bernoulli 모델이라면 픽셀별 logits를 출력한다.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sigmoid 후 값은 각 픽셀의 1 확률이다.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decoder(z) → logits → sigmoid → pixel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두 요구의 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reconstruction은 입력 정보를 z에 담도록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KL은 q가 prior에서 지나치게 멀어지는 것을 억제한다.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둘의 균형이 재구성과 생성에 영향을 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잘 복원하기 + prior와 연결되는 잠재 공간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샘플링과 미분의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z를 무작정 무작위 추출하면 gradient 경로를 설명하기 어렵다.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외부 잡음 ε를 뽑고 μ·σ로 변환한다.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랜덤성은 ε, 학습 가능한 경로는 μ·σ에 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z = μ + σ ⊙ ε, ε ~ N(0,I)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주변 우도가 어려운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pθ(x)는 가능한 모든 z의 기여를 적분한다.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복잡한 decoder에서는 이 적분을 직접 계산하기 어렵다.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계산 가능한 하한을 최적화한다.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log pθ(x) = log ∫ pθ(x∣z)p(z) dz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ELBO의 두 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재구성 기대 로그우도는 데이터를 설명하도록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KL(q∥p)는 근사 분포와 prior 차이를 측정한다.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ELBO를 최대화하면 log p(x)의 하한을 높인다.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ELBO = E_q[log pθ(x∣z)] − KL(qφ(z∣x) ∥ p(z))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하한과 정확한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log pθ(x)는 ELBO에 posterior KL을 더한 값이다.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KL은 0 이상이라 ELBO가 하한이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prior KL과 posterior KL을 혼동하지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log pθ(x) = ELBO + KL(qφ(z∣x) ∥ pθ(z∣x))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Gaussian KL 닫힌식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prior는 표준정규, q는 대각 Gaussian이다.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μ², exp(logvar), logvar로 계산한다.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잠재 차원별 값을 합하고 배치 평균한다.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 = ½ Σ_j [μ_j² + exp(logvar_j) − 1 − logvar_j]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log variance에서 표준편차로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logvar는 log σ²이다.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variance는 exp(logvar)이다.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standard deviation은 exp(0.5×logvar)이다.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z = μ + exp(0.5 × logvar) ⊙ randn_like(μ)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손실 reduction을 맞추기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reconstruction은 픽셀 합, KL은 잠재 차원 합이다.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두 항을 샘플별로 만든 뒤 배치 평균한다.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픽셀 평균으로 바꾸면 KL의 상대적 세기가 달라진다.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loss = mean_B(recon_sum_pixels + KL_sum_latents)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오늘의 MLP VAE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0009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659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μ / logvar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1308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reparameterize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6958" y="1847088"/>
            <a:ext cx="2024481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decoder logits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encoder는 784→256 은닉 표현을 만든다.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μ head와 logvar head가 각각 latent_dim을 출력한다.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decoder는 latent_dim→256→784 logits를 출력한다.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BCEWithLogits로 수치 안정성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logits를 그대로 손실 함수에 넣는다.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시각화 시에만 sigmoid를 적용한다.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target은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946904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1 범위여야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recon = F.binary_cross_entropy_with_logits(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  logits, x, reduction='none')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recon = recon.flatten(1).sum(1)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AE와 VAE를 비교할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데이터와 유사한 은닉 폭을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AE는 deterministic z, VAE는 μ·logvar와 샘플링을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재구성만으로 생성 모델 전체를 평가하지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reconstruction quality ≠ prior sample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평가의 랜덤성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μ를 넣은 재구성은 반복 비교하기 쉽다.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ELBO 평가의 reconstruction 기대값은 샘플로 근사한다.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seed·같은 표본으로 조건 간 변동을 줄인다.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μ reconstruction / stochastic ELBO estimate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검증할 불변량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μ=0, logvar=0에서 KL이 0이어야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reparameterization 출력 shape가 μ와 같아야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backward 후 μ와 logvar 경로에 gradient가 있어야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KL≥0 / finite loss / gradient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손실과 재매개화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§1–3: MNIST 범위와 shape를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Gaussian KL의 두 손계산 사례를 검사한다.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ε 샘플의 평균·분산과 gradient를 확인한다.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50–58분 / 산출물: KL 검사 + 표본 통계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VAE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§4: recon·KL·total을 따로 기록한다.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최고 validation negative ELBO를 보관한다.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학습 곡선의 세 항을 분리해서 읽는다.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58–69분 / 산출물: 3개 손실 곡선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세 종류의 이미지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§5–7: 원본·μ 재구성을 나란히 그린다.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prior N(0,I)에서 z를 뽑아 이미지를 생성한다.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두 입력의 μ 사이를 선형 보간한다.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69–75분 / 산출물: 재구성·prior 샘플·보간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VAE 그림이 흐릿한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제한된 모델 용량과 학습 예산이 영향을 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픽셀별 조건부 모델이 평균적인 출력을 선호할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KL과 재구성의 균형도 영향을 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흐릿함의 원인은 하나가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좋은 재구성과 좋은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재구성은 특정 입력에 조건화한 z를 사용한다.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prior 샘플은 잠재 공간의 다른 영역에 놓일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두 결과를 별도 격자로 평가한다.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q(z∣x)에서 복원 / p(z)에서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잠재 공간 scatter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입력별 μ를 2차원 평면에 찍는다.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라벨 색은 시각화용이며 학습 loss에 사용하지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군집의 분리는 분류 성능이나 독립 요인을 보장하지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μ(x)의 지도는 q 전체와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출구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logvar=0이면 표준편차는?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생성 시 z는 encoder와 prior 중 어디서 뽑을까?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negative ELBO에서 KL의 부호는?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분포 / 생성 경로 / 목적함수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다음: 잠재 공간을 조절하기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β로 재구성과 KL의 상대 가중치를 바꾼다.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조건 라벨을 주어 원하는 숫자를 생성한다.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같은 손실 척도와 같은 z로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과제: KL·재매개화·latent 차원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Jensen으로 하한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q(z∣x)를 곱하고 나눠 기대값 형태로 바꾼다.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log E_q[p(x,z)/q]에 Jensen 부등식을 적용한다.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E_q[log p(x,z)−log q]를 얻는다.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log E[f] ≥ E[log f]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KL은 거리일까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KL은 비음수지만 일반적으로 대칭이 아니다.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KL(q∥p)와 KL(p∥q)는 다르다.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삼각부등식을 만족하는 일반적인 거리로 취급하지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KL(q∥p) ≠ KL(p∥q)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관측 모델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Gaussian decoder는 실수값 관측에 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고정 분산 Gaussian의 NLL은 MSE와 연결된다.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분산 선택에 따라 reconstruction 항의 스케일이 바뀐다.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likelihood 선택 → loss 형태와 스케일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latent 차원의 영향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너무 작으면 정보를 충분히 담기 어렵다.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크게 해도 일부 차원을 사용하지 않을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차원별 KL과 μ의 변동을 함께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nominal dimension ≠ used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stochastic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같은 x에서도 z가 달라져 복원이 달라질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μ를 쓰면 대표적인 복원을 확인할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μ decoding은 x의 정확한 조건부 평균과 일반적으로 다르다.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decoder(E[z]) ≠ E[decoder(z)]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latent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2차원 z의 좌표를 격자로 골라 decode한다.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prior 밀도가 낮은 바깥 영역은 낯선 결과를 낼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정규분포 분위수 격자도 사용할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z₁·z₂ 좌표 → 이미지 지도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자율 과제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reparameterize와 KL을 빈칸부터 구현한다.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latent_dim 2와 8을 같은 예산으로 비교한다.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재구성과 prior 샘플을 각각 설명한다.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수치 검사 + 시각화 +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학습과 생성의 두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10128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29584" y="2103120"/>
            <a:ext cx="2560320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encoder q(z∣x)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8192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27648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z 샘플 또는 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06256" y="261518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25712" y="210312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decoder → 재구성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이미지 없음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9584" y="4206240"/>
            <a:ext cx="2560320" cy="1024128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prior N(0,I)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08192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27648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z 샘플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06256" y="4718304"/>
            <a:ext cx="201168" cy="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25712" y="4206240"/>
            <a:ext cx="2560320" cy="102412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decoder → 새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627632"/>
            <a:ext cx="45720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재구성 경로: 입력 정보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3"/>
            <a:ext cx="4572000" cy="4114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prior 생성 경로: 특정 입력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재매개화의 gradient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468880" cy="100584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FFFFFF"/>
                </a:solidFill>
                <a:latin typeface="맑은 고딕"/>
              </a:defRPr>
            </a:pPr>
            <a:r>
              <a:t>encoder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74519"/>
            <a:ext cx="2468880" cy="8229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13243A"/>
                </a:solidFill>
                <a:latin typeface="맑은 고딕"/>
              </a:defRPr>
            </a:pPr>
            <a:r>
              <a:t>μ(x)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291840"/>
            <a:ext cx="2468880" cy="8229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13243A"/>
                </a:solidFill>
                <a:latin typeface="맑은 고딕"/>
              </a:defRPr>
            </a:pPr>
            <a:r>
              <a:t>log σ²(x)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2560320"/>
            <a:ext cx="4297680" cy="114300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100" b="0">
                <a:solidFill>
                  <a:srgbClr val="FFFFFF"/>
                </a:solidFill>
                <a:latin typeface="맑은 고딕"/>
              </a:defRPr>
            </a:pPr>
            <a:r>
              <a:t>z = μ + exp(½logvar) ⊙ ε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200400" y="2286000"/>
            <a:ext cx="530352" cy="77724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0" y="3063240"/>
            <a:ext cx="530352" cy="64008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263640" y="2286000"/>
            <a:ext cx="502920" cy="64008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263640" y="3383280"/>
            <a:ext cx="502920" cy="32004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4251960"/>
            <a:ext cx="4206240" cy="6858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ε ~ N(0,I)  ·  외부 잡음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961120" y="3749039"/>
            <a:ext cx="0" cy="457201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257800"/>
            <a:ext cx="5852160" cy="5943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gradient는 μ·logvar 경로를 따라 encoder로 흐른다.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reduction의 단위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11430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reconstruction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[B,1,28,28] → 픽셀 합 → [B]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920240"/>
            <a:ext cx="5029200" cy="11430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KL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[B,Z] → latent 합 → [B]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3108960"/>
            <a:ext cx="2880360" cy="68580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080760" y="3108960"/>
            <a:ext cx="2834640" cy="685800"/>
          </a:xfrm>
          <a:prstGeom prst="line">
            <a:avLst/>
          </a:prstGeom>
          <a:ln w="25400">
            <a:solidFill>
              <a:srgbClr val="CA6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08960" y="3840480"/>
            <a:ext cx="5989320" cy="1005840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500" b="0">
                <a:solidFill>
                  <a:srgbClr val="FFFFFF"/>
                </a:solidFill>
                <a:latin typeface="맑은 고딕"/>
              </a:defRPr>
            </a:pPr>
            <a:r>
              <a:t>mean_B(recon + β × KL)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recon을 픽셀 평균으로 바꾸면 상대 가중치가 784배 달라진다.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조건부 생성 격자의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개념도 · 실제 생성 이미지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560320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560320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72968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72968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3172968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85615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3785615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785615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98264"/>
            <a:ext cx="11887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y=3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dec(z0, 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dec(z1, 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398264"/>
            <a:ext cx="1481328" cy="512064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dec(z2, 3)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dec(z3, 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4398264"/>
            <a:ext cx="1481328" cy="5120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dec(z4,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z0 고정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z1 고정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z2 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z3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1965960"/>
            <a:ext cx="1463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3243A"/>
                </a:solidFill>
                <a:latin typeface="맑은 고딕"/>
              </a:defRPr>
            </a:pPr>
            <a:r>
              <a:t>z4 고정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86400"/>
            <a:ext cx="1051560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아래로: 같은 z, 다른 y  /  옆으로: 같은 y, 다른 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CA643B"/>
                </a:solidFill>
                <a:latin typeface="맑은 고딕"/>
              </a:defRPr>
            </a:pPr>
            <a:r>
              <a:t>AIM  /  DEEP LEARNING STUDIO  /  WEEK 05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Auto-Encoding Variational Bayes · Kingma &amp; Welling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β-VAE · Higgins et 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BCE with logits · 공식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CA6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VAE ① 잠재변수로 이미지 생성하기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A643B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